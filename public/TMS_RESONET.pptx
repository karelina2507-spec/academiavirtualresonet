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0E7C86">
              <a:alpha val="18000"/>
            </a:srgbClr>
          </a:solidFill>
          <a:ln w="12700">
            <a:solidFill>
              <a:srgbClr val="0E7C8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365760"/>
            <a:ext cx="2011680" cy="201168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663440"/>
            <a:ext cx="8942832" cy="4800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663440"/>
            <a:ext cx="2286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TMS RESONET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Management System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remota, segura y eficiente de terminales POS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1.0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TMS RESONET?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centralizada para gestionar, actualizar y monitorear terminales POS de forma remota.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0" y="1097280"/>
            <a:ext cx="109728" cy="10515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170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Remota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5361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Administrá dispositivos sin intervención física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331720"/>
            <a:ext cx="109728" cy="10515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404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770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claves y transferencia segura de datos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56616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3566160"/>
            <a:ext cx="109728" cy="10515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3639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40050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Eventos, alertas y estadísticas en tiempo real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1546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+6.500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terminales administradas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RESONET  |  RESONET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Gran Ventaja de TMS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Actualización de aplicaciones y configuraciones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independiente del modelo de hardware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sistema operativo del POS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187452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7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2514600"/>
            <a:ext cx="1874520" cy="109728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propietario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514600"/>
            <a:ext cx="187452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2514600"/>
            <a:ext cx="187452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3337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código abierto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514600"/>
            <a:ext cx="187452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3DDC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514600"/>
            <a:ext cx="1874520" cy="10972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3337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Google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514600"/>
            <a:ext cx="187452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514600"/>
            <a:ext cx="187452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7432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3337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Microsoft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480560"/>
            <a:ext cx="8321040" cy="64008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sistema TMS los gestiona a todos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12801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Dispositivos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606040" cy="128016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716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Campañas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097280"/>
            <a:ext cx="260604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3716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Eventos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2606040" cy="12801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9260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926080"/>
            <a:ext cx="2606040" cy="12801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Empresas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Usuarios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926080"/>
            <a:ext cx="260604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004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Configuraciones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RESONET  |  RESONET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Administración de Dispositivos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centralizada de toda la flota de terminales POS.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56232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categoría, tipo y número de serie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40864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67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tiempo real (Activo / Inactivo)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25496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7523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aprobación: Development / Production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2369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técnica: modelo, SO, última conexión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21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logs, estadísticas y archivos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182880" cy="182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remota masiva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38404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645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Administración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Remota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centralizada de toda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flota desde un único portal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RESONET  |  RESONET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Campañas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programar y desplegar actualizaciones de software y configuraciones sobre grupos de dispositivos.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27432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B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Campaña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32461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nombre, aplicación y versión a desplegar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148840"/>
            <a:ext cx="2286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828800"/>
            <a:ext cx="685800" cy="685800"/>
          </a:xfrm>
          <a:prstGeom prst="ellipse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14600" y="265176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87752" y="27432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B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Definir Período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87752" y="32461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fin con mínimo 72 hs de duración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148840"/>
            <a:ext cx="2286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828800"/>
            <a:ext cx="685800" cy="685800"/>
          </a:xfrm>
          <a:prstGeom prst="ellipse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36592" y="27432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B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Seleccionar POS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32461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 los dispositivos destino por grupo o filtro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148840"/>
            <a:ext cx="2286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828800"/>
            <a:ext cx="685800" cy="685800"/>
          </a:xfrm>
          <a:prstGeom prst="ellipse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12280" y="265176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85432" y="27432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B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Lanzar y Monitorear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85432" y="32461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actualiza y registra cada resultado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RESONET  |  RESONET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de Eventos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en tiempo real de todo lo que ocurre en la flota.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1920240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783080"/>
            <a:ext cx="685800" cy="685800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>
                <a:alpha val="8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84708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5420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fuera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radio externo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160020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600200"/>
            <a:ext cx="192024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36392" y="1783080"/>
            <a:ext cx="685800" cy="685800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84708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25420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 (Campaña)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60020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600200"/>
            <a:ext cx="192024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85232" y="1783080"/>
            <a:ext cx="685800" cy="685800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84708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25420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12280" y="160020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12280" y="1600200"/>
            <a:ext cx="192024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34072" y="1783080"/>
            <a:ext cx="685800" cy="685800"/>
          </a:xfrm>
          <a:prstGeom prst="ellipse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>
                <a:alpha val="8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84708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12280" y="25420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bloqueadas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364992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49808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período: Último Día, Semana, Mes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846320" y="3364992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138928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compañía, criticidad, dispositivo y usuario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402336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49808" y="3950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evento y resolución por registro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846320" y="402336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138928" y="3950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Excel con filtros avanzados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RESONET  |  RESONET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Beneficios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Reducción de Costos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7556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visitas técnicas para actualizaciones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060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7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606040" cy="109728"/>
          </a:xfrm>
          <a:prstGeom prst="rect">
            <a:avLst/>
          </a:prstGeom>
          <a:solidFill>
            <a:srgbClr val="1A7BBF"/>
          </a:solidFill>
          <a:ln w="12700">
            <a:solidFill>
              <a:srgbClr val="1A7B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Multi-Plataforma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0128" y="17556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FLEX, LINUX, ANDROID y más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260604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Total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4768" y="17556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centralizada de miles de dispositivos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060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260604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81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Garantizada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35387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encriptada y control de accesos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060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06040" cy="10972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081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Trazabilidad Completa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10128" y="35387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eventos, acciones y fechas por dispositivo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606040" cy="1554480"/>
          </a:xfrm>
          <a:prstGeom prst="rect">
            <a:avLst/>
          </a:prstGeom>
          <a:solidFill>
            <a:srgbClr val="1A2E4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80360"/>
            <a:ext cx="260604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081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Escalabilidad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44768" y="35387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junto con tu flota sin cambiar el sistema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E7C86">
              <a:alpha val="12000"/>
            </a:srgbClr>
          </a:solidFill>
          <a:ln w="12700">
            <a:solidFill>
              <a:srgbClr val="0E7C8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14B8A6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RESONET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TMS RESONET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remota, segura y eficiente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terminales POS — desde cualquier lugar,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 momento.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526280"/>
            <a:ext cx="25603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TMS RESONET - Terminal Management System</dc:title>
  <dc:subject>PptxGenJS Presentation</dc:subject>
  <dc:creator>PptxGenJS</dc:creator>
  <cp:lastModifiedBy>PptxGenJS</cp:lastModifiedBy>
  <cp:revision>1</cp:revision>
  <dcterms:created xsi:type="dcterms:W3CDTF">2026-04-09T15:22:09Z</dcterms:created>
  <dcterms:modified xsi:type="dcterms:W3CDTF">2026-04-09T15:22:09Z</dcterms:modified>
</cp:coreProperties>
</file>